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22" d="100"/>
          <a:sy n="222" d="100"/>
        </p:scale>
        <p:origin x="4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8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Snap-to-Sell: a pipeline that takes a single phone photo of a packaged corner-store product and returns a publishable sales listing — identity, description, a defensible price, a clean catalogue image, and compliance flags. Build-and-evaluate stream: the contribution is integration, grounding, and rigorous failure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demand is real, the bottleneck is manual catalogue creation. Recognising 'a chocolate bar' is trivial; recognising the exact SKU, pulling a realistic local price, and writing copy that doesn't misrepresent is where it gets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sits on the gap between off-the-shelf AI capability and real deployment. Three sub-problems: exact identity, defensible price, grounded copy. Solving it lowers the e-commerce barrier for retailers automation usually leaves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research question verbatim. Four objectives: build, quantify, characterise failures, safeguard. Emphasise the framing — investigation with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papers across four sub-problems support each design choice. Novelty: the integrated, measured pipeline for corner-store FMCG, with same-SKU verification and selling-context responsible-AI as first-class evaluated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stages. Key design choices: VLM+OCR fusion over a scratch classifier; grounding generation in retrieved attributes; price as estimate-with-range; image swap only on a confident same-SKU match with the owner's photo as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contract. Typed artifacts between stages mean each module can be developed and tested in isolation behind a frozen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CRISP-DM phases. Note the data-strategy honesty: no ready-made 'corner-store photo → listing + price' dataset exists, so building the labelled test set with real observed prices is itself part of the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genuinely runnable pipeline, not a mock. Hosted providers are pluggable; retrieval is barcode-first with graceful offline fallbacks; generation is grounded; image swap gated on same-SKU verification; every run writes a per-image trace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selling context, an invented spec or a wrong image is a real harm. Four safeguards, each measurable — age-restriction recall, hallucinated-claim catch rate, false-swap rate, priced-as-range transparency.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per-axis, not one number. Safety axes weighted heavily. The naive baseline anchors every comparison. Failure modes analysed, not averaged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the pipeline wins 4 of 5 measured axes over the naive baseline — identification, category, age-restriction recall (100%), and image upgrade. Be candid on price: the baseline's ungrounded VLM guess beats retrieval-grounded pricing on cheap corner-store goods, because Google Shopping keeps returning multipacks and look-alikes. That's a documented failure mode, and low-confidence matches are declined (routed to review) rather than mispriced. n=58; report median (robust) and mean (outlier-sensitive).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pipeline output: (1) a clean publish-ready listing; (2) an alcohol item correctly flagged 18+ with a verified catalogue image swapped in; (3) an unbranded item the confidence gate declined to price and routed to human review. This is the qualitative 'predictions / visualizations' the rubric asks for, and it sets up the interpretability point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Observed failure modes from the 58-item run, not predictions. Lead with pricing — the one axis the baseline won, honestly a retrieval-quality problem on cheap FMCG, not a modelling flaw. Then explicitly address interpretability/explainability (a rubric requirement): the whole pipeline is inspectable — trace logs, candidate scores, price basis, match reasons, guardrail flags — nothing is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contribution: integrated, verified, reproducibly evaluated. Future work signals awareness of limitations. End with the mission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full literature review for the complete APA list. A few preprint author lists still to be verified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1645920"/>
            <a:ext cx="4754880" cy="47548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77272" y="3291840"/>
            <a:ext cx="3108960" cy="310896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5100 — MACHINE LEARNING · GROUP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Snap-to-Sell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corner-store product photo into a priced, image-upgraded, publishable listing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AI System Development Project — Build &amp; Evaluate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Ikenna Okonkwo   ·   Loic Tiemani   ·   Frank Boahen   ·   Adhikary Adhikary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623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Ottawa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online should be one photo away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corner stores increasingly want to sell online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through delivery platforms, their own storefronts, or aggregator catalogues.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onboarding inventory is manual and slow.</a:t>
            </a:r>
            <a:endParaRPr lang="en-US" sz="17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shop carries hundreds of fast-moving packaged goods. Creating each catalogue entry by hand — the right name, a description, a price, an image — is slow enough that most small retailers never digitise their stock at all.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vision-language models can already read packaging. The gap is turning that capability into a reliable, deployable pipeline.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73736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99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35240" y="1874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Hundreds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635240" y="2514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SKUs per store, mostly packaged FMCG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0" y="324612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99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35240" y="3383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stages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63524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→ retrieve → generate → verify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475488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99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4892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photo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635240" y="5532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→  publishable listing out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part isn't seeing — it's being exactly right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single photo of a packaged product be turned — automatically and accurately enough to be useful — into a publishable listing with a defensible suggested price?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SKU?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47548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variant and pack size — not just the category. This is where accuracy degrades.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97680" y="324612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35661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price?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47548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local price, grounded in comparables — never a single confident guess.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0" y="324612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66760" y="35661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6676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claims?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66760" y="47548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that never invents specs or ingredients — misrepresentation is a real harm when selling.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investigation with an evaluation — not a product build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accurately can a vision-language + retrieval pipeline identify packaged corner-store products from a single shelf photo and generate a publishable, correctly priced listing — and where, systematically, does it fail?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leans on an existing model or API. The contribution is the integration, the grounding / pricing logic, and rigorous failure analysis.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69164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19842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269480" y="1801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69480" y="21488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photo in → structured listing out (identity, attributes, copy, price, clean image, compliance flag).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2898648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0" y="319125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69480" y="30083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9480" y="335584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three axes — identification accuracy, price error, listing quality — vs a hand-labelled test set.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4105656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83680" y="439826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69480" y="42153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69480" y="4562856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modes: look-alikes, multipack ambiguity, glare, occlusion, own-brand — not one headline number.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0" y="5312664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83680" y="560527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5605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69480" y="5422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Safeguard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69480" y="576986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responsible-AI layer: detect age-restricted items, flag hallucinated / unverifiable claims before publish.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stage is solved — the integrated pipeline is not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prior work (2018–2025)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gives 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749808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651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240280"/>
            <a:ext cx="4937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ModICT (2024): frozen LLM + in-context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38160" y="2240280"/>
            <a:ext cx="3474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our exact risk: generic copy for look-alikes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90088"/>
            <a:ext cx="110642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990088"/>
            <a:ext cx="2651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990088"/>
            <a:ext cx="4937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RP2K, CAPG-GP; image + OCR fusion (2023)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8160" y="2990088"/>
            <a:ext cx="3474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beats image-only, esp. few-shot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11064240" cy="749808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739896"/>
            <a:ext cx="2651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739896"/>
            <a:ext cx="4937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LLP (2025): retrieve comparables, reject low-confidence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38160" y="3739896"/>
            <a:ext cx="3474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retrieval-grounded, confidence-gated pricing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89704"/>
            <a:ext cx="110642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489704"/>
            <a:ext cx="2651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upgrade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4489704"/>
            <a:ext cx="4937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(2020), e-CLIP (2022): embedding match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38160" y="4489704"/>
            <a:ext cx="34747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Same-SKU match + restricted-item detection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22392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55138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system chains recognition → comparable pricing → verified image replacement → grounded generation into one evaluated pipeline. Commercial snap-to-sell apps target used goods, are closed, and publish no evaluation.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staged pipeline with human review</a:t>
            </a:r>
            <a:endParaRPr lang="en-US" sz="3200" dirty="0"/>
          </a:p>
        </p:txBody>
      </p:sp>
      <p:pic>
        <p:nvPicPr>
          <p:cNvPr id="4" name="Image 0" descr="fig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640080"/>
            <a:ext cx="4160520" cy="6144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6583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5800" y="188366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80160" y="18105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80160" y="213969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image; deskew, crop, glare / exposure normalise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6583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5800" y="270662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280160" y="263347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80160" y="296265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+ packaging OCR → brand, product, variant, size, category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48640" y="3383280"/>
            <a:ext cx="6583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800" y="352958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580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34564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280160" y="378561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Barcode-first lookup → comparable prices, canonical name, candidate images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48640" y="4206240"/>
            <a:ext cx="6583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85800" y="435254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580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280160" y="427939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280160" y="460857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LLM copy + price range; select &amp; verify best catalogue image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548640" y="5029200"/>
            <a:ext cx="6583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85800" y="517550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8580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1280160" y="51023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280160" y="543153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Age-restriction, hallucination &amp; image-match checks; low-confidence routing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548640" y="5852160"/>
            <a:ext cx="6583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85800" y="599846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85800" y="5998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1280160" y="59253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1280160" y="625449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edits / approves; corrections feed back as labelled data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flows between the stages</a:t>
            </a:r>
            <a:endParaRPr lang="en-US" sz="3200" dirty="0"/>
          </a:p>
        </p:txBody>
      </p:sp>
      <p:pic>
        <p:nvPicPr>
          <p:cNvPr id="4" name="Image 0" descr="fig_data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640080"/>
            <a:ext cx="3931920" cy="6144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exchanges a typed artifact — the interfaces are frozen so components can be built and tested independently.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6629400" cy="658368"/>
          </a:xfrm>
          <a:prstGeom prst="roundRect">
            <a:avLst>
              <a:gd name="adj" fmla="val 11111"/>
            </a:avLst>
          </a:prstGeom>
          <a:solidFill>
            <a:srgbClr val="E9F1F1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18288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14600" y="2743200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image + optional barcode crop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493008"/>
            <a:ext cx="6629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3493008"/>
            <a:ext cx="18288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514600" y="3493008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· product · variant · size · category · confidence · query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242816"/>
            <a:ext cx="6629400" cy="658368"/>
          </a:xfrm>
          <a:prstGeom prst="roundRect">
            <a:avLst>
              <a:gd name="adj" fmla="val 11111"/>
            </a:avLst>
          </a:prstGeom>
          <a:solidFill>
            <a:srgbClr val="E9F1F1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4242816"/>
            <a:ext cx="18288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514600" y="4242816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name · price + currency · candidate images · ambiguity flag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992624"/>
            <a:ext cx="6629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4992624"/>
            <a:ext cx="18288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listing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514600" y="4992624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description · suggested price · best image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742432"/>
            <a:ext cx="6629400" cy="658368"/>
          </a:xfrm>
          <a:prstGeom prst="roundRect">
            <a:avLst>
              <a:gd name="adj" fmla="val 11111"/>
            </a:avLst>
          </a:prstGeom>
          <a:solidFill>
            <a:srgbClr val="E9F1F1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" y="5742432"/>
            <a:ext cx="18288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514600" y="5742432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age-restricted · claim-grounded · image-swapped · route-to-review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CRISP-DM, adapted for assembled pretrained 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understanding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category, success criteria, responsible-AI requirements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21945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2628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2628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&amp; profile candidate images and price references; find look-alike clusters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0" y="21945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labelled test set (photo → SKU + real observed price); define quality rubric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stages; compare VLM-only vs VLM+OCR, retrieved-median vs adjusted pricing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51960" y="41148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26280" y="43891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26280" y="5074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26280" y="5486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 held-out set; failure-mode analysis; compare to a naive baseline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41148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29600" y="4389120"/>
            <a:ext cx="548640" cy="548640"/>
          </a:xfrm>
          <a:prstGeom prst="ellipse">
            <a:avLst/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229600" y="5074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(academic)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29600" y="5486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paper, timed presentation, documented reproducible codebase + demo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actually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498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8288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606040" y="1783080"/>
            <a:ext cx="5349240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vision-language model (default GPT-4o-mini; Claude / Gemini optional) fused with packaging OCR → structured identity JSON.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52344"/>
            <a:ext cx="7498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752344"/>
            <a:ext cx="18288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606040" y="2752344"/>
            <a:ext cx="5349240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Barcode-first lookup across Open Food Facts / Open Products Facts / Open Prices, plus a bounded Google Shopping layer; N-best re-ranking with retailer &amp; local-currency preference.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21608"/>
            <a:ext cx="7498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721608"/>
            <a:ext cx="18288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606040" y="3721608"/>
            <a:ext cx="5349240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 structured-output prompting, grounded strictly in retrieved / extracted attributes — no invented specs.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690872"/>
            <a:ext cx="7498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690872"/>
            <a:ext cx="18288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upgrade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06040" y="4690872"/>
            <a:ext cx="5349240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CLIP-style similarity + perceptual hash to verify same-SKU; background removal (rembg) to clean the owner's own photo; quality gate before any swap.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660136"/>
            <a:ext cx="7498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5660136"/>
            <a:ext cx="18288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606040" y="5660136"/>
            <a:ext cx="5349240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Age-restriction flag, claim-grounding, ambiguity → human review; per-image trace log for every decision.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1783080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4964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9640" y="2377440"/>
            <a:ext cx="2971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src/ package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— capture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VLM + OCR — recognise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/ OPF / Open Prices + Shopping API — retrieve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/ phash + rembg — imagematch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LLM — generate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+ trace layer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(local + Colab) demo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treated as a first-class, measured concern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23042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Age-restricted items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Tobacco and similar are detected and flagged — never a silent publishable listing for a restricted product.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60920" y="23042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misrepresentation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30175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is grounded in retrieved attributes; unverifiable claims are flagged before review.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6177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⤢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91640" y="46817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image, licensed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8680" y="5394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Same-SKU match blocks wrong-product images; only licence-clear sources adopted; false-swap rate measured.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2976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46177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60920" y="46817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pricing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537960" y="5394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shown as ranges with the basis, so the owner makes the final call.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axes, anchored by a naive baseline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783080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/ Top-3 SKU accuracy; brand vs variant level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E9F1F1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extraction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0" y="1783080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precision / recall (size, flavour, count)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496312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estimation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496312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abs. % error vs real observed price; % in band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496312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E9F1F1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2496312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2496312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human rubric: accuracy, completeness, no hallucination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09544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209544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upgrade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209544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accuracy; % upgraded; false-swap rate (penalised)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209544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E9F1F1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3209544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209544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Age-restricted recall; hallucinated-claim catch 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22776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3922776"/>
            <a:ext cx="2011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3922776"/>
            <a:ext cx="32004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approximate cost per item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caption → generic listing, no retrieval grounding, no guardrails. Every improvement is measured against it, so gains are attributable — not a single headline number.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58-item corner-store test 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run: OpenAI gpt-4o-mini (recognition + generation) + Google Shopping retrieval; n = 58 hand-labelled products, scored against the naive VLM-caption baseline. Winner per row in green.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43891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943600" cy="4389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0" y="2011680"/>
            <a:ext cx="2560320" cy="4389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52560" y="2011680"/>
            <a:ext cx="2560320" cy="4389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Snap-to-Sell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064240" cy="4572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5943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identification accuracy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52560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86.2%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07792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5943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accuracy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2907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77.6%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52560" y="2907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79.3%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64992"/>
            <a:ext cx="11064240" cy="4572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364992"/>
            <a:ext cx="5943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Age-restriction recall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33649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33649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22192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822192"/>
            <a:ext cx="5943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Image-upgrade (swap) rate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3822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52560" y="3822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29.3%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279392"/>
            <a:ext cx="11064240" cy="4572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279392"/>
            <a:ext cx="5943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— median abs. % error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4279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52560" y="4279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43.1%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36592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4736592"/>
            <a:ext cx="5943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— mean abs. % error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92240" y="4736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52560" y="4736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359.9%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330952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960" y="5394960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Snap-to-Sell beats the baseline on identification, category, age-restriction flagging (100% recall), and image upgrade. It loses on price — retrieval-grounded pricing underperforms a VLM guess on low-value FMCG (multipack / look-alike matches); 8 low-confidence matches were declined and routed to review.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3276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accuracy and blind listing-quality rating not yet automated; 'swap rate' shown (false-swap rate needs per-image correctness labels).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results — photo in, listing 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→ published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38728" cy="45262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3081528" cy="1920240"/>
          </a:xfrm>
          <a:prstGeom prst="roundRect">
            <a:avLst>
              <a:gd name="adj" fmla="val 2857"/>
            </a:avLst>
          </a:prstGeom>
          <a:solidFill>
            <a:srgbClr val="F6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ex_cerav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77992" y="2240280"/>
            <a:ext cx="151825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18795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4462272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CeraVe Daily Moisturizing Lotion, 562 mL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517550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43.72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5650992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5650992"/>
            <a:ext cx="13130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publish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70248" y="1572768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Age-restricted → flagged + image upgraded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70248" y="1920240"/>
            <a:ext cx="3538728" cy="45262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98848" y="2148840"/>
            <a:ext cx="3081528" cy="1920240"/>
          </a:xfrm>
          <a:prstGeom prst="roundRect">
            <a:avLst>
              <a:gd name="adj" fmla="val 2857"/>
            </a:avLst>
          </a:prstGeom>
          <a:solidFill>
            <a:srgbClr val="F6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ex_amarula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21857" y="2240280"/>
            <a:ext cx="1581510" cy="1737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44568" y="418795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44568" y="4462272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Amarula Cream Liqueur, 1 L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44568" y="517550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37.15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4544568" y="5650992"/>
            <a:ext cx="1174090" cy="31089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544568" y="5650992"/>
            <a:ext cx="11740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restricted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810098" y="565099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9EC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810098" y="5650992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image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991856" y="1572768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9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→ routed to review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991856" y="1920240"/>
            <a:ext cx="3538728" cy="45262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8220456" y="2148840"/>
            <a:ext cx="3081528" cy="1920240"/>
          </a:xfrm>
          <a:prstGeom prst="roundRect">
            <a:avLst>
              <a:gd name="adj" fmla="val 2857"/>
            </a:avLst>
          </a:prstGeom>
          <a:solidFill>
            <a:srgbClr val="F6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ex_crackers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33448" y="2240280"/>
            <a:ext cx="1656273" cy="17373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266176" y="418795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266176" y="4462272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Cream Crackers, 200 g (brand unconfirmed)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8266176" y="517550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routed to review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266176" y="5650992"/>
            <a:ext cx="1035101" cy="310896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8266176" y="5650992"/>
            <a:ext cx="10351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carries its evidence — recognised identity + OCR, ranked candidates, price basis, image-match reason, and guardrail flags — logged per item and rendered in an HTML run report.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broke — and what held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20574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947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Multipack / case pricing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returned 24-packs and cases for single units — the main price-error driver. Per-unit normalization helps; wrong comparables persist.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7830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07992" y="20574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947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Look-alike comparables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4414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similar wrong products (a kayak for an unbranded cracker) anchored bad prices; the outlier + brand gate reject the worst.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7830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11312" y="20574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58200" y="1947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Unbranded / regional items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24414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confident brand match → declined to price and routed to review (8 of 58 items).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" y="36576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3547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Age-restricted retrieval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0416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Cigarettes / alcohol aren't on shopping search → junk hits — but the guardrail still flagged 100% of them.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51960" y="33832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07992" y="36576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3547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Low-res catalogue images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40416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thumbnails are small; enhance mode keeps the owner's sharper photo, so swaps happen mainly in swap mode.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33832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11312" y="3657600"/>
            <a:ext cx="146304" cy="146304"/>
          </a:xfrm>
          <a:prstGeom prst="ellipse">
            <a:avLst/>
          </a:prstGeom>
          <a:solidFill>
            <a:srgbClr val="0A7D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58200" y="3547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held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0" y="40416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(86%), category (79%) and age-restriction recall (100%) were robust across all six categories.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956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Mitigations: per-unit price normalization, price-outlier rejection, brand-confirmation gate (decline + route to review), robust median reporting.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&amp; explainability: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white-box by construction — no black-box score decides a listing. Each output exposes its evidence: recognised attributes + OCR text, the ranked retrieval candidates with scores, the stated price basis, the LLM's same-SKU match reason, and explicit guardrail flags — all captured in a per-item trace log and an HTML run report for human review.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photo → a defensible, safe listing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011680"/>
            <a:ext cx="7269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58 real corner-store products, Snap-to-Sell beats the naive baseline on identification, category, age-restriction recall (100%), and image upgrade.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063240"/>
            <a:ext cx="7269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Responsible-AI is first-class and measured: every tobacco / alcohol item flagged, and low-confidence matches are declined and routed to human review.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4114800"/>
            <a:ext cx="7269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evaluated: retrieval-grounded pricing is the one axis the baseline wins — a documented failure mode on low-value goods, reported rather than hidden.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0" y="2011680"/>
            <a:ext cx="2971800" cy="3063240"/>
          </a:xfrm>
          <a:prstGeom prst="roundRect">
            <a:avLst>
              <a:gd name="adj" fmla="val 3077"/>
            </a:avLst>
          </a:prstGeom>
          <a:solidFill>
            <a:srgbClr val="11384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1540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15400" y="260604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open-catalogue coverage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labelled test set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price adjustment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shelf detection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marketplace publishing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Snap-to-Sell — lowering the e-commerce barrier for the retailers automation leaves behind.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 (APA)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S., &amp; Chou, E. (2018). The price is right: Predicting prices with product images.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Y., Hu, B., Luo, W., Ma, L., Ding, Y., &amp; Zhang, M. (2024). A multimodal in-context tuning approach for e-commerce product description generation (ModICT). LREC-COLING 2024. arXiv:2402.13587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Peng, J., Xiao, C., &amp; Li, Y. (2020). RP2K: A large-scale retail product dataset for fine-grained image classification. arXiv:2006.12634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LLP: LLM-based product pricing in e-commerce. (2025). arXiv:2510.09347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SIR: Similar image retrieval for product search in e-commerce. (2020). arXiv:2009.13836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e-CLIP: Large-scale vision-language representation learning in e-commerce. (2022). arXiv:2207.00208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(10 landmark papers, 2018–2025) with verified author lists in docs/literature_review.md · APA per uOttawa guidelines.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2762</Words>
  <Application>Microsoft Macintosh PowerPoint</Application>
  <PresentationFormat>Widescreen</PresentationFormat>
  <Paragraphs>303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Ikenna Okonkwo</cp:lastModifiedBy>
  <cp:revision>2</cp:revision>
  <dcterms:created xsi:type="dcterms:W3CDTF">2026-07-16T21:10:48Z</dcterms:created>
  <dcterms:modified xsi:type="dcterms:W3CDTF">2026-07-16T22:08:11Z</dcterms:modified>
</cp:coreProperties>
</file>